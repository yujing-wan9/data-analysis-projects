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43E6B-0040-44CB-A6A7-EFF1FADB1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046B95E-C21B-4852-A43A-A67C70C5E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97D529-A757-4225-9013-24551FBC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8B196A-1CFA-49D4-B195-3F318E45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4300AA-1089-4B20-A0CD-ADD04738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35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E8514-5730-4127-8687-8D525ED0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F1CDBF-2386-40BF-B452-CD0CF2D1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236EEC-B44C-4AC9-9493-BDE66ABF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38206C-6424-4F69-963C-C7281929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296920-656D-475D-9961-FB680DD6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1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E39AC8-A8AA-47E7-A268-7EB977E9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D5A7F6-8F8B-4186-86FF-0C35E2545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47CACA-382B-47B1-9242-2547A1EB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605527-D5CC-4D38-9397-514F5F2F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D952B8-70DC-4D7D-9D72-06F16DC0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69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29EF4-5A6E-476A-BA79-40823556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7C1F73-9A3D-47B2-B82F-0811A42B4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6EF381-5C37-43B4-8C0C-1D8F4A0EF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BCE37E-DB24-47AC-9FCD-4621C0CC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3EEFBB-5F3C-4A2E-BB43-EDA38A17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5E9386-7C0E-483E-AFB5-BA50D3EA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10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531F9F-382E-44E7-9EF4-4875E3A0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40CAB6-0937-4573-86E5-6EEC12DE6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C1492A3-EE1C-470D-9F0F-863EFD669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75CE64-37BA-4B03-953A-79BF973A5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35C016-3523-4FE8-A4C1-F6E423333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E37B110-4CDA-4387-B949-3AFC1E60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FC6F6D-BB16-4077-9321-901E6BDA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DFC668-1DBC-4240-A498-5F6BC509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85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31F23E-7394-486B-B9CB-D3F08AB2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AC5A04-67C9-4F13-BBEE-DF39601B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EB756D-F027-4367-9959-0C24C47B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6AAA7E-2813-4EB7-B7E5-841B4E79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0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BC52C26-2E67-4B20-A67C-6BE8ABF7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E03363A-9D7A-4641-A79F-6F016607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44406-BF27-47D9-A681-3AEF0484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05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4D55E6-B8C5-48F6-9522-C0C50454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CBE862-3631-42DC-8A4E-5755F42B4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4A1DF8-20BA-4683-8D4F-A4FC42298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D8F2D7-CFA9-4B1A-8826-92CB5430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4194D1-8C5B-4E38-9340-5FCE0CB7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A2669C-7AD6-4060-906E-7D916956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5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0A31F-AAAF-4500-99EF-703EE1612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8E1183B-9DA0-49D6-AFF5-35756ADB6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CB723B-3B21-4278-8A99-2A85D4F56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2EEC93-A90F-427F-B6BD-04B3BCF5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1A980D-4FFA-469D-8A8C-6D2F6A69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6201E3-C51A-4789-A799-6FDC59E5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49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7C751B-D1F1-4D44-A4FB-FB1AD206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15FD89-8E13-4933-9331-4C747C1B3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7CA295-8B74-4036-ADF3-F9A96189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FE732-F2E6-4790-86AB-B41C6443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0DB01E-4BC8-4542-B16B-C86A586A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937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1CD101-D0AB-440E-9EB4-AD9EB199F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7EF9923-E3C0-4717-95A5-458C4AE6D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11E5A1-BEDC-4C90-BEC1-01C4F51E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9FFA58-426C-4E81-A6B8-927C5FCA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B3C87C-45A9-47D8-B475-B7EE6773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23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F4A3AF8-09D1-4B13-A895-033C0FE9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BC0FC2-4225-459F-8A9E-70DF3AEDD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113859-02FA-4EC7-8C00-69001845E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2077D-9E1B-4853-92E9-191EECD72251}" type="datetimeFigureOut">
              <a:rPr lang="zh-TW" altLang="en-US" smtClean="0"/>
              <a:t>2025/6/2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1D947F-BEFB-48BA-BF75-66601D8A1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4BCA53-19EC-4EAC-8643-01C9C755B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8F447-74C4-40A8-A91A-7E6E5B65D3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04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arthexplorer.usgs.gov/" TargetMode="External"/><Relationship Id="rId2" Type="http://schemas.openxmlformats.org/officeDocument/2006/relationships/hyperlink" Target="https://www.tgos.tw/MDE/VirtualDir_TC/Product/9981ede9-584a-4470-8c5c-dbe579d4ecb4/&#19981;&#20998;&#24133;_&#20840;&#21488;&#21450;&#28558;&#28246;DEM.zi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FD0231-AA9C-4ED4-9987-A7EEBDFE1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8821"/>
            <a:ext cx="9144000" cy="2387600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石碇區和茶園植被評估</a:t>
            </a:r>
            <a:b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2C8D0E-5BCE-4B82-88E0-8E2C8F50B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5599"/>
            <a:ext cx="9144000" cy="1655762"/>
          </a:xfrm>
        </p:spPr>
        <p:txBody>
          <a:bodyPr/>
          <a:lstStyle/>
          <a:p>
            <a:r>
              <a:rPr lang="en-US" altLang="zh-TW" dirty="0"/>
              <a:t>111207430 </a:t>
            </a:r>
            <a:r>
              <a:rPr lang="zh-TW" altLang="en-US" dirty="0"/>
              <a:t>王瑜靖</a:t>
            </a:r>
          </a:p>
        </p:txBody>
      </p:sp>
    </p:spTree>
    <p:extLst>
      <p:ext uri="{BB962C8B-B14F-4D97-AF65-F5344CB8AC3E}">
        <p14:creationId xmlns:p14="http://schemas.microsoft.com/office/powerpoint/2010/main" val="461755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70845-AAA8-416A-9F80-D355FDB0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透過</a:t>
            </a:r>
            <a:r>
              <a:rPr lang="zh-TW" altLang="zh-TW" sz="4000" dirty="0">
                <a:solidFill>
                  <a:srgbClr val="000000"/>
                </a:solidFill>
                <a:latin typeface="+mn-ea"/>
                <a:ea typeface="+mn-ea"/>
                <a:cs typeface="Arial Unicode MS" panose="020B0604020202020204" pitchFamily="34" charset="-128"/>
              </a:rPr>
              <a:t>坡度與NDVI</a:t>
            </a:r>
            <a:r>
              <a:rPr lang="zh-TW" altLang="en-US" sz="4000" dirty="0">
                <a:solidFill>
                  <a:srgbClr val="000000"/>
                </a:solidFill>
                <a:latin typeface="+mn-ea"/>
                <a:ea typeface="+mn-ea"/>
                <a:cs typeface="Arial Unicode MS" panose="020B0604020202020204" pitchFamily="34" charset="-128"/>
              </a:rPr>
              <a:t>進行</a:t>
            </a:r>
            <a:r>
              <a:rPr lang="zh-TW" altLang="zh-TW" sz="40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和茶園區域評估</a:t>
            </a:r>
            <a:endParaRPr lang="zh-TW" altLang="en-US" sz="4000" dirty="0"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70F65E-394C-419E-B353-A354C133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2797"/>
          </a:xfrm>
        </p:spPr>
        <p:txBody>
          <a:bodyPr>
            <a:normAutofit fontScale="925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目的：了解現在石碇區植被生長狀況和適合地區</a:t>
            </a:r>
            <a:endParaRPr kumimoji="0" lang="zh-TW" altLang="zh-TW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結合SDG目標：2永續農業（茶園耕種穩定</a:t>
            </a:r>
            <a:r>
              <a:rPr lang="zh-TW" altLang="en-US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力</a:t>
            </a: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）</a:t>
            </a:r>
            <a:endParaRPr kumimoji="0" lang="zh-TW" altLang="zh-TW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研究範圍：以台灣的石碇區和永安里茶園作為集中探討</a:t>
            </a:r>
            <a:endParaRPr kumimoji="0" lang="zh-TW" altLang="zh-TW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en-US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操作</a:t>
            </a: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方式：透過arcgis pro </a:t>
            </a:r>
            <a:r>
              <a:rPr lang="zh-TW" altLang="en-US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做</a:t>
            </a:r>
            <a:r>
              <a:rPr lang="zh-TW" altLang="zh-TW" sz="35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空間資料分析</a:t>
            </a:r>
            <a:endParaRPr kumimoji="0" lang="zh-TW" altLang="zh-TW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269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8A1727-3167-4816-BFC0-836A05CD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使用資料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0779A8-7CB7-47C7-85B9-08424504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3" y="1202171"/>
            <a:ext cx="11285912" cy="5149388"/>
          </a:xfrm>
        </p:spPr>
        <p:txBody>
          <a:bodyPr/>
          <a:lstStyle/>
          <a:p>
            <a:pPr marL="0" indent="0">
              <a:buNone/>
            </a:pPr>
            <a:b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DEM-&gt;Slope.      </a:t>
            </a:r>
            <a:r>
              <a:rPr lang="zh-TW" altLang="en-US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           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 </a:t>
            </a:r>
            <a:r>
              <a:rPr lang="zh-TW" altLang="en-US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           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Landsat 8 L2 SR-&gt;NDVI 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（植生指數）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571167-434F-4974-B18D-B4BFE3012981}"/>
              </a:ext>
            </a:extLst>
          </p:cNvPr>
          <p:cNvSpPr/>
          <p:nvPr/>
        </p:nvSpPr>
        <p:spPr>
          <a:xfrm>
            <a:off x="620685" y="1680398"/>
            <a:ext cx="48309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https://www.tgos.tw/MDE/VirtualDir_TC/Product/9981ede9-584a-4470-8c5c-dbe579d4ecb4/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不分幅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_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全台及澎湖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DEM.zip</a:t>
            </a:r>
            <a:endParaRPr lang="zh-TW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503D99-A3FC-4C04-B2E7-FFBFB8C289EA}"/>
              </a:ext>
            </a:extLst>
          </p:cNvPr>
          <p:cNvSpPr/>
          <p:nvPr/>
        </p:nvSpPr>
        <p:spPr>
          <a:xfrm>
            <a:off x="5721125" y="1726565"/>
            <a:ext cx="3116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hlinkClick r:id="rId3"/>
              </a:rPr>
              <a:t>https://earthexplorer.usgs.gov/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305523D-D45D-4711-8CAD-DA4A44818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471" y="2514420"/>
            <a:ext cx="3836530" cy="3846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65EAFC-9180-40AD-B1FE-DEF41D299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501" y="2539414"/>
            <a:ext cx="3858163" cy="38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6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A00E0-6AEA-4EA9-AA2E-442BB4B0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28693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Slope 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和石碇區各里交集分析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74E93-C139-422A-9F38-35F15EC4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687"/>
            <a:ext cx="5257800" cy="435133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平均坡度顯示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25B8240-9EB6-42C3-9A34-D3DA81FBA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68" y="2715212"/>
            <a:ext cx="5479943" cy="2919815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9BAE8F43-FBF0-46F3-A293-345CD7BA0806}"/>
              </a:ext>
            </a:extLst>
          </p:cNvPr>
          <p:cNvSpPr txBox="1">
            <a:spLocks/>
          </p:cNvSpPr>
          <p:nvPr/>
        </p:nvSpPr>
        <p:spPr>
          <a:xfrm>
            <a:off x="6055285" y="18687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坡度（</a:t>
            </a:r>
            <a:r>
              <a:rPr lang="en-US" altLang="zh-TW" dirty="0"/>
              <a:t>10°</a:t>
            </a:r>
            <a:r>
              <a:rPr lang="zh-TW" altLang="en-US" dirty="0"/>
              <a:t>～</a:t>
            </a:r>
            <a:r>
              <a:rPr lang="en-US" altLang="zh-TW" dirty="0"/>
              <a:t>30°</a:t>
            </a:r>
            <a:r>
              <a:rPr lang="zh-TW" altLang="en-US" dirty="0"/>
              <a:t>）占像素比例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6E7925B-0658-43AF-A0A7-5AC944CB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572" y="2561891"/>
            <a:ext cx="4849226" cy="334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0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1012B5-A93F-4D90-9BC2-BA9848E6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NDVI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交集分析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0BCA1A-AE86-4043-A766-84157C0B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992"/>
            <a:ext cx="10515600" cy="435133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NDVI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數值解釋：通常負值為雲水都市等地區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 0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～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0.25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土地偏貧瘠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 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稀疏植生，數值越高可以代表植生健康像是森林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 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茶園等。</a:t>
            </a:r>
            <a:endParaRPr kumimoji="0" lang="zh-TW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15E506-C962-4994-B838-99155AFF0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781" y="2517673"/>
            <a:ext cx="4985279" cy="321612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6E77B6B-2894-42DB-A433-2F51662D4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96" y="2517673"/>
            <a:ext cx="5072004" cy="27563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DD5984-BDC8-468C-8D77-89F221A25DE0}"/>
              </a:ext>
            </a:extLst>
          </p:cNvPr>
          <p:cNvSpPr/>
          <p:nvPr/>
        </p:nvSpPr>
        <p:spPr>
          <a:xfrm>
            <a:off x="953213" y="5399526"/>
            <a:ext cx="4413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全台鄉村里</a:t>
            </a:r>
            <a:r>
              <a:rPr lang="en-US" altLang="zh-TW" dirty="0"/>
              <a:t>NDVI,</a:t>
            </a:r>
            <a:r>
              <a:rPr lang="zh-TW" altLang="en-US" dirty="0"/>
              <a:t>石碇區有三個進入前十名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9643B8-9F8E-459F-A366-AE7B09213385}"/>
              </a:ext>
            </a:extLst>
          </p:cNvPr>
          <p:cNvSpPr txBox="1"/>
          <p:nvPr/>
        </p:nvSpPr>
        <p:spPr>
          <a:xfrm>
            <a:off x="7678790" y="5768858"/>
            <a:ext cx="263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永安里 值為全區最低</a:t>
            </a:r>
            <a:r>
              <a:rPr lang="en-US" altLang="zh-TW" dirty="0"/>
              <a:t>???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774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62855E-EE6E-454F-8D21-966FB2FC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64292E8-8495-47D8-948E-F7B80210B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27399" y="2036676"/>
            <a:ext cx="4914914" cy="435133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217F681-A8A8-47BD-BD5D-5A4083CBF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5125"/>
            <a:ext cx="4658375" cy="3658111"/>
          </a:xfrm>
          <a:prstGeom prst="rect">
            <a:avLst/>
          </a:prstGeom>
        </p:spPr>
      </p:pic>
      <p:sp>
        <p:nvSpPr>
          <p:cNvPr id="5" name="語音泡泡: 矩形 4">
            <a:extLst>
              <a:ext uri="{FF2B5EF4-FFF2-40B4-BE49-F238E27FC236}">
                <a16:creationId xmlns:a16="http://schemas.microsoft.com/office/drawing/2014/main" id="{EF4F27CF-59FF-41F6-895A-F8D2B8D5EDE1}"/>
              </a:ext>
            </a:extLst>
          </p:cNvPr>
          <p:cNvSpPr/>
          <p:nvPr/>
        </p:nvSpPr>
        <p:spPr>
          <a:xfrm rot="5400000">
            <a:off x="5891190" y="203978"/>
            <a:ext cx="2510443" cy="3042459"/>
          </a:xfrm>
          <a:prstGeom prst="wedgeRectCallout">
            <a:avLst>
              <a:gd name="adj1" fmla="val 10624"/>
              <a:gd name="adj2" fmla="val 12889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FE11A9-61C1-4F5F-9460-173B6F8C1FB3}"/>
              </a:ext>
            </a:extLst>
          </p:cNvPr>
          <p:cNvSpPr txBox="1"/>
          <p:nvPr/>
        </p:nvSpPr>
        <p:spPr>
          <a:xfrm>
            <a:off x="559656" y="4621877"/>
            <a:ext cx="3801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永安里 </a:t>
            </a:r>
            <a:endParaRPr lang="en-US" altLang="zh-TW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zh-TW" dirty="0"/>
              <a:t>1.</a:t>
            </a:r>
            <a:r>
              <a:rPr lang="zh-TW" altLang="en-US" dirty="0"/>
              <a:t>土地面積高於石碇區其他里</a:t>
            </a:r>
            <a:endParaRPr lang="en-US" altLang="zh-TW" dirty="0"/>
          </a:p>
          <a:p>
            <a:r>
              <a:rPr lang="en-US" altLang="zh-TW" dirty="0"/>
              <a:t>2. </a:t>
            </a:r>
            <a:r>
              <a:rPr lang="zh-TW" altLang="en-US" dirty="0"/>
              <a:t>翡翠水庫涵蓋區</a:t>
            </a:r>
            <a:r>
              <a:rPr lang="en-US" altLang="zh-TW" dirty="0"/>
              <a:t>(</a:t>
            </a:r>
            <a:r>
              <a:rPr lang="zh-TW" altLang="en-US" dirty="0"/>
              <a:t>水體</a:t>
            </a:r>
            <a:r>
              <a:rPr lang="en-US" altLang="zh-TW" dirty="0"/>
              <a:t>NDVI</a:t>
            </a:r>
            <a:r>
              <a:rPr lang="zh-TW" altLang="en-US" dirty="0"/>
              <a:t>為負值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4F9C8A-AB5D-4C72-B672-BD45A1D23887}"/>
              </a:ext>
            </a:extLst>
          </p:cNvPr>
          <p:cNvSpPr/>
          <p:nvPr/>
        </p:nvSpPr>
        <p:spPr>
          <a:xfrm>
            <a:off x="559655" y="4206240"/>
            <a:ext cx="6040649" cy="19867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2573522-A11A-430F-B7AB-D36A4D970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626" y="469987"/>
            <a:ext cx="2942015" cy="2323090"/>
          </a:xfrm>
          <a:prstGeom prst="rect">
            <a:avLst/>
          </a:prstGeom>
        </p:spPr>
      </p:pic>
      <p:pic>
        <p:nvPicPr>
          <p:cNvPr id="16" name="螢幕錄製 15">
            <a:hlinkClick r:id="" action="ppaction://media"/>
            <a:extLst>
              <a:ext uri="{FF2B5EF4-FFF2-40B4-BE49-F238E27FC236}">
                <a16:creationId xmlns:a16="http://schemas.microsoft.com/office/drawing/2014/main" id="{65BEB1ED-D7B4-4638-BFA5-BF0A6C30F78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7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32905" y="4443400"/>
            <a:ext cx="1843608" cy="151242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815DCBA-0744-4B5D-A90D-CA22FD945C35}"/>
              </a:ext>
            </a:extLst>
          </p:cNvPr>
          <p:cNvSpPr txBox="1"/>
          <p:nvPr/>
        </p:nvSpPr>
        <p:spPr>
          <a:xfrm>
            <a:off x="8764225" y="886590"/>
            <a:ext cx="249299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實地探訪的三座茶園</a:t>
            </a:r>
          </a:p>
        </p:txBody>
      </p:sp>
    </p:spTree>
    <p:extLst>
      <p:ext uri="{BB962C8B-B14F-4D97-AF65-F5344CB8AC3E}">
        <p14:creationId xmlns:p14="http://schemas.microsoft.com/office/powerpoint/2010/main" val="194288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3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D50C82-8ACB-4A75-9EE5-B2B40684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這是石碇區分成</a:t>
            </a:r>
            <a:r>
              <a:rPr lang="en-US" altLang="zh-TW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</a:t>
            </a:r>
            <a:r>
              <a:rPr lang="zh-TW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個區段的坡度</a:t>
            </a:r>
            <a:br>
              <a:rPr lang="en-US" altLang="zh-TW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zh-TW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每個區間的平均</a:t>
            </a:r>
            <a:r>
              <a:rPr lang="en-US" altLang="zh-TW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NDVI</a:t>
            </a:r>
            <a:r>
              <a:rPr lang="zh-TW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值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15260D-103D-4F53-A006-4580758A4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97C4414-4CF6-49BC-9989-2BC25DC2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6" y="1690688"/>
            <a:ext cx="7614298" cy="457263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6C4C92B-EEED-48C2-BEBF-6DE6707F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51" y="1825625"/>
            <a:ext cx="1697693" cy="34369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F21366-6369-4D7F-8B0C-34BDCE239ABF}"/>
              </a:ext>
            </a:extLst>
          </p:cNvPr>
          <p:cNvSpPr/>
          <p:nvPr/>
        </p:nvSpPr>
        <p:spPr>
          <a:xfrm>
            <a:off x="8728365" y="2626822"/>
            <a:ext cx="1986740" cy="12136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20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44075-D07F-4DB5-85FA-F90A7B5F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BC37CB-B4E7-46F8-A486-CB33D562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永安里目前自然環境適合種植茶樹，也可以發現那三個茶園坡度雖有些微差異但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NDVI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沒有影響太大，代表他們位於的坡度都是合適地帶，且仍具穩定生產力。</a:t>
            </a:r>
            <a:r>
              <a:rPr lang="zh-TW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後也可從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坡度</a:t>
            </a:r>
            <a:r>
              <a:rPr lang="zh-TW" altLang="en-US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和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ea typeface="UICTFontTextStyleBody"/>
                <a:cs typeface="Arial" panose="020B0604020202020204" pitchFamily="34" charset="0"/>
              </a:rPr>
              <a:t>NDVI</a:t>
            </a:r>
            <a:r>
              <a:rPr lang="zh-TW" altLang="en-US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曲線圖中</a:t>
            </a:r>
            <a:r>
              <a:rPr lang="zh-TW" altLang="zh-TW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。可以繼續了解數值變化趨勢找出佳的地方種植茶樹。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6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367</Words>
  <Application>Microsoft Office PowerPoint</Application>
  <PresentationFormat>寬螢幕</PresentationFormat>
  <Paragraphs>25</Paragraphs>
  <Slides>8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Arial Unicode MS</vt:lpstr>
      <vt:lpstr>UICTFontTextStyleBody</vt:lpstr>
      <vt:lpstr>新細明體</vt:lpstr>
      <vt:lpstr>Arial</vt:lpstr>
      <vt:lpstr>Calibri</vt:lpstr>
      <vt:lpstr>Calibri Light</vt:lpstr>
      <vt:lpstr>Office 佈景主題</vt:lpstr>
      <vt:lpstr>石碇區和茶園植被評估 </vt:lpstr>
      <vt:lpstr>透過坡度與NDVI進行和茶園區域評估</vt:lpstr>
      <vt:lpstr>  使用資料   </vt:lpstr>
      <vt:lpstr>Slope 和石碇區各里交集分析 </vt:lpstr>
      <vt:lpstr>NDVI交集分析</vt:lpstr>
      <vt:lpstr>PowerPoint 簡報</vt:lpstr>
      <vt:lpstr> 這是石碇區分成15個區段的坡度 每個區間的平均NDVI值 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石碇區和茶園植被評估</dc:title>
  <dc:creator>User</dc:creator>
  <cp:lastModifiedBy>User</cp:lastModifiedBy>
  <cp:revision>13</cp:revision>
  <dcterms:created xsi:type="dcterms:W3CDTF">2025-06-01T04:52:56Z</dcterms:created>
  <dcterms:modified xsi:type="dcterms:W3CDTF">2025-06-02T11:10:13Z</dcterms:modified>
</cp:coreProperties>
</file>